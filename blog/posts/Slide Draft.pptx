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特维斯天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阿斯顿发撒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全屏显示(16:9)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特维斯天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于旭 葛</cp:lastModifiedBy>
  <cp:revision>1</cp:revision>
  <dcterms:modified xsi:type="dcterms:W3CDTF">2026-01-27T01:09:02Z</dcterms:modified>
</cp:coreProperties>
</file>